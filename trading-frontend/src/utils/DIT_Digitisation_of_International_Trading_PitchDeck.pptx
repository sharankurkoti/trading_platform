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DIT: Digitisation of International Trading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Integrated Future of Global Trade Finance</a:t>
            </a:r>
          </a:p>
          <a:p/>
          <a:p>
            <a:r>
              <a:t>Presenter: [Your Name], [Your Title]</a:t>
            </a:r>
          </a:p>
          <a:p>
            <a:r>
              <a:t>Contact: [Your Email] | [Your Website]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$9 Trillion Bottleneck: Why Global Trade is Broken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✋ Manual &amp; Inefficient: Paper-heavy processes (e.g., Letters of Credit) create delays of weeks and costly errors.</a:t>
            </a:r>
          </a:p>
          <a:p/>
          <a:p>
            <a:r>
              <a:t>👁️ Lack of Transparency: Limited visibility leads to disputes, fraud, and a lack of trust among parties.</a:t>
            </a:r>
          </a:p>
          <a:p/>
          <a:p>
            <a:r>
              <a:t>💸 High Costs &amp; Risks: Significant currency volatility and financing barriers stifle growth, especially for SMEs.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Vision: One Platform, One Workflow, Zero Paper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DIT is a unified, blockchain-enabled ecosystem that digitizes and connects the entire trade finance lifecycle—from agreement to settlement—creating a new standard for global trade.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Integrated Service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Digital LC Management: End-to-end digital creation, automated compliance checks, and a secure document hub.</a:t>
            </a:r>
          </a:p>
          <a:p/>
          <a:p>
            <a:r>
              <a:t>2. Trade Financing Marketplace: A dynamic platform connecting sellers with funders, using digital LCs as verifiable collateral.</a:t>
            </a:r>
          </a:p>
          <a:p/>
          <a:p>
            <a:r>
              <a:t>3. Intelligent Trade Exchange: A neutral ground for negotiation, smart contract generation, and integrated currency risk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Seamless Digital Trade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Agree: Buyer and Seller agree on terms on the Trade Exchange.</a:t>
            </a:r>
          </a:p>
          <a:p/>
          <a:p>
            <a:r>
              <a:t>Secure: A Digital LC is issued and advised on the LC Management platform in minutes.</a:t>
            </a:r>
          </a:p>
          <a:p/>
          <a:p>
            <a:r>
              <a:t>Finance: Seller requests immediate pre-shipment funding from the Financing Marketplace.</a:t>
            </a:r>
          </a:p>
          <a:p/>
          <a:p>
            <a:r>
              <a:t>Verify: Goods are shipped; digital documents are uploaded and automatically verified by AI.</a:t>
            </a:r>
          </a:p>
          <a:p/>
          <a:p>
            <a:r>
              <a:t>Settle: Payment is released automatically; currencies are exchanged at pre-agreed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1: Digital LC Management - Automating Trust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LC creation with smart, compliant templates.</a:t>
            </a:r>
          </a:p>
          <a:p/>
          <a:p>
            <a:r>
              <a:t>AI-powered document discrepancy detection.</a:t>
            </a:r>
          </a:p>
          <a:p/>
          <a:p>
            <a:r>
              <a:t>Immutable audit trail via blockchain.</a:t>
            </a:r>
          </a:p>
          <a:p/>
          <a:p>
            <a:r>
              <a:t>Secure, role-based messaging hub for all parties.</a:t>
            </a:r>
          </a:p>
          <a:p/>
          <a:p>
            <a:r>
              <a:t>Tech Stack: Python, React, PostgreSQL, AWS S3, Blockchain.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2: Trade Financing Marketplace - Unlocking Liquidity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Connects sellers with a network of banks and institutional funders.</a:t>
            </a:r>
          </a:p>
          <a:p/>
          <a:p>
            <a:r>
              <a:t>Uses the digital LC as secure, verifiable collateral, de-risking lenders.</a:t>
            </a:r>
          </a:p>
          <a:p/>
          <a:p>
            <a:r>
              <a:t>Features a risk dashboard with AI-driven credit assessment.</a:t>
            </a:r>
          </a:p>
          <a:p/>
          <a:p>
            <a:r>
              <a:t>Automated repayment upon transaction completion.</a:t>
            </a:r>
          </a:p>
          <a:p/>
          <a:p>
            <a:r>
              <a:t>Tech Stack: Node.js, React, PostgreSQL, Blockchain.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3: The Trade Exchange - Where Global Trade Negotiates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Facilitates trade matching and negotiation.</a:t>
            </a:r>
          </a:p>
          <a:p/>
          <a:p>
            <a:r>
              <a:t>Generates smart, digital sales contracts.</a:t>
            </a:r>
          </a:p>
          <a:p/>
          <a:p>
            <a:r>
              <a:t>Integrated real-time forex API with hedging tools to mitigate currency risk.</a:t>
            </a:r>
          </a:p>
          <a:p/>
          <a:p>
            <a:r>
              <a:t>Direct gateway to initiate LCs and request financing.</a:t>
            </a:r>
          </a:p>
          <a:p/>
          <a:p>
            <a:r>
              <a:t>Tech Stack: Python/Ruby, Vue.js, PostgreSQL, Forex APIs.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for Security, Scale, &amp; Interoperability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Architecture: Decentralized, microservices-based for resilience.</a:t>
            </a:r>
          </a:p>
          <a:p/>
          <a:p>
            <a:r>
              <a:t>APIs &amp; Webhooks: Ensure seamless, real-time data flow between services.</a:t>
            </a:r>
          </a:p>
          <a:p/>
          <a:p>
            <a:r>
              <a:t>Security: OAuth 2.0, Role-Based Access Control (RBAC), and Blockchain immutability.</a:t>
            </a:r>
          </a:p>
          <a:p/>
          <a:p>
            <a:r>
              <a:t>Stack: Python, Java, Node.js, React, Vue, PostgreSQL, AWS.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Win: The End-to-End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Full-Stack Solution: Only DIT integrates the entire trade process. Competitors are point solutions.</a:t>
            </a:r>
          </a:p>
          <a:p/>
          <a:p>
            <a:r>
              <a:t>Frictionless Experience: Dramatically reduces time and cost from weeks to days.</a:t>
            </a:r>
          </a:p>
          <a:p/>
          <a:p>
            <a:r>
              <a:t>Network Effects: More users → more data → better risk AI → more liquidity → more users.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Capturing a Share of a Trillion-Dollar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trade finance market is worth $9+ trillion annually.</a:t>
            </a:r>
          </a:p>
          <a:p/>
          <a:p>
            <a:r>
              <a:t>Target Customers: SMEs, Corporates, Banks, Financiers.</a:t>
            </a:r>
          </a:p>
          <a:p/>
          <a:p>
            <a:r>
              <a:t>Revenue Streams: Transaction fees, financing facilitation fees, FX spread.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Path to Market Leadership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(Launch - Now): LC Management MVP with pilot bank partners. (Focus on Proven Need)</a:t>
            </a:r>
          </a:p>
          <a:p/>
          <a:p>
            <a:r>
              <a:t>Phase 2 (Scale - Next 12 months): Integrate &amp; launch Trade Financing Marketplace. (Unlock New Revenue)</a:t>
            </a:r>
          </a:p>
          <a:p/>
          <a:p>
            <a:r>
              <a:t>Phase 3 (Expand - 18+ months): Roll out full Trade Exchange with advanced FX capabilities. (Become the Ecosystem)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Right Team to Execute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[Your Name], CEO: [e.g., 10+ years in trade finance and FinTech leadership].</a:t>
            </a:r>
          </a:p>
          <a:p/>
          <a:p>
            <a:r>
              <a:t>[Team Member Name], CTO: [e.g., Expert in building scalable SaaS platforms and blockchain].</a:t>
            </a:r>
          </a:p>
          <a:p/>
          <a:p>
            <a:r>
              <a:t>[Advisor Name], Advisor: [e.g., Former MD of [Major Bank], deep industry connections].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Are Seeking [$X] in Seed Funding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40% - Product Development: Scaling the engineering and AI teams.</a:t>
            </a:r>
          </a:p>
          <a:p/>
          <a:p>
            <a:r>
              <a:t>30% - Commercialization: Sales, marketing, and establishing pilot programs.</a:t>
            </a:r>
          </a:p>
          <a:p/>
          <a:p>
            <a:r>
              <a:t>20% - Operations: Key hires, legal, and administrative costs.</a:t>
            </a:r>
          </a:p>
          <a:p/>
          <a:p>
            <a:r>
              <a:t>10% - Contingency.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Let's Build the Future of Trade Together</a:t>
            </a:r>
          </a:p>
          <a:p/>
          <a:p>
            <a:r>
              <a:t>DIT - Digitisation of International Trading</a:t>
            </a:r>
          </a:p>
          <a:p/>
          <a:p>
            <a:r>
              <a:t>[Your Name]</a:t>
            </a:r>
          </a:p>
          <a:p>
            <a:r>
              <a:t>[Your Email]</a:t>
            </a:r>
          </a:p>
          <a:p>
            <a:r>
              <a:t>[Your Website/LinkedIn]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